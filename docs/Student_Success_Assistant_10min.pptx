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0.7493848462743269</c:v>
                </c:pt>
                <c:pt idx="1">
                  <c:v>0.7255685308195328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0.23588205897051473</c:v>
                </c:pt>
                <c:pt idx="1">
                  <c:v>0.11739502999143102</c:v>
                </c:pt>
                <c:pt idx="2">
                  <c:v>0.0487382483918852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0.8349760765550238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0.7747547846889953</c:v>
                </c:pt>
                <c:pt idx="4">
                  <c:v>0.5120334928229665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0.8661044770467098</c:v>
                </c:pt>
                <c:pt idx="1">
                  <c:v>0.8703634727791237</c:v>
                </c:pt>
                <c:pt idx="2">
                  <c:v>0.7541412072228056</c:v>
                </c:pt>
                <c:pt idx="3">
                  <c:v>0.7235297564802611</c:v>
                </c:pt>
                <c:pt idx="4">
                  <c:v>0.5441068784899428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0.9785202863961814</c:v>
                </c:pt>
                <c:pt idx="1">
                  <c:v>0.8448687350835322</c:v>
                </c:pt>
                <c:pt idx="2">
                  <c:v>0.7804295942720764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0.8543283582089553</c:v>
                </c:pt>
                <c:pt idx="1">
                  <c:v>0.7534328358208955</c:v>
                </c:pt>
                <c:pt idx="2">
                  <c:v>0.7026865671641791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Claude tiers on the same tasks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Search filter F1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Sheet1!$A$2:$A$4</c:f>
              <c:strCache>
                <c:ptCount val="3"/>
                <c:pt idx="0">
                  <c:v>haiku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0.8903</c:v>
                </c:pt>
                <c:pt idx="1">
                  <c:v>0.8774</c:v>
                </c:pt>
                <c:pt idx="2">
                  <c:v>0.8758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Synthesis judge pass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Sheet1!$A$2:$A$4</c:f>
              <c:strCache>
                <c:ptCount val="3"/>
                <c:pt idx="0">
                  <c:v>haiku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0.375</c:v>
                </c:pt>
                <c:pt idx="1">
                  <c:v>1.0</c:v>
                </c:pt>
                <c:pt idx="2">
                  <c:v>0.7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Embedding models on the same narratives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Typed search P@10 (dense)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MiniLM-L6-v2</c:v>
                </c:pt>
                <c:pt idx="1">
                  <c:v>mpnet-base-v2</c:v>
                </c:pt>
                <c:pt idx="2">
                  <c:v>bge-small</c:v>
                </c:pt>
                <c:pt idx="3">
                  <c:v>e5-smv2</c:v>
                </c:pt>
                <c:pt idx="4">
                  <c:v>gte-small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0.714375</c:v>
                </c:pt>
                <c:pt idx="1">
                  <c:v>0.6693749999999999</c:v>
                </c:pt>
                <c:pt idx="2">
                  <c:v>0.771875</c:v>
                </c:pt>
                <c:pt idx="3">
                  <c:v>0.8018750000000001</c:v>
                </c:pt>
                <c:pt idx="4">
                  <c:v>0.806875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Precedent vote-AUC (dense)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Sheet1!$A$2:$A$6</c:f>
              <c:strCache>
                <c:ptCount val="5"/>
                <c:pt idx="0">
                  <c:v>MiniLM-L6-v2</c:v>
                </c:pt>
                <c:pt idx="1">
                  <c:v>mpnet-base-v2</c:v>
                </c:pt>
                <c:pt idx="2">
                  <c:v>bge-small</c:v>
                </c:pt>
                <c:pt idx="3">
                  <c:v>e5-smv2</c:v>
                </c:pt>
                <c:pt idx="4">
                  <c:v>gte-small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0.7496673402000888</c:v>
                </c:pt>
                <c:pt idx="1">
                  <c:v>0.7301512986052929</c:v>
                </c:pt>
                <c:pt idx="2">
                  <c:v>0.7771918584594155</c:v>
                </c:pt>
                <c:pt idx="3">
                  <c:v>0.8315016509782662</c:v>
                </c:pt>
                <c:pt idx="4">
                  <c:v>0.7691833817948843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RAGAS on the retrieval-augmented features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RAGAS faithfulness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Sheet1!$A$2:$A$3</c:f>
              <c:strCache>
                <c:ptCount val="2"/>
                <c:pt idx="0">
                  <c:v>copilot</c:v>
                </c:pt>
                <c:pt idx="1">
                  <c:v>precedent_synthesis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0.8335</c:v>
                </c:pt>
                <c:pt idx="1">
                  <c:v>0.9644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Context relevance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Sheet1!$A$2:$A$3</c:f>
              <c:strCache>
                <c:ptCount val="2"/>
                <c:pt idx="0">
                  <c:v>copilot</c:v>
                </c:pt>
                <c:pt idx="1">
                  <c:v>precedent_synthesis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</c:v>
                </c:pt>
                <c:pt idx="1">
                  <c:v>1.0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0.08185386949783308</c:v>
                </c:pt>
                <c:pt idx="1">
                  <c:v>0.26456876456876455</c:v>
                </c:pt>
                <c:pt idx="2">
                  <c:v>0.04301468100940392</c:v>
                </c:pt>
                <c:pt idx="3">
                  <c:v>0.1949308755760369</c:v>
                </c:pt>
                <c:pt idx="4">
                  <c:v>0.04795587419451197</c:v>
                </c:pt>
                <c:pt idx="5">
                  <c:v>0.23212560386473435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+ dense narrative embeddings, fused with RRF; vectors live in LanceDB with metadata filters pushed down.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features ran on Haiku, Sonnet and Opus with identical prompts and checks; five embedding models encoded the same case narratives. Production choices follow the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checks on every output; LLM-as-judge with anchored rubrics and order-swapped A/B; DeepEval; RAGAS on the retrieval-augmented features; blind human review in the console to check the 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48164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Offline build: features → calibrated models → prioritiser → case index in a LanceDB vector store → evaluation and gate.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Online: one FastAPI service (auth, rate limit, strict validation, streaming) → service layer → LangGraph agent workflow.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Claude by task: Haiku parses, Sonnet writes, Opus judges. The LLM narrates only; facts, scores, priorities and eligible actions are computed in code, and everything works with the LLM off.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0.708–0.740);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6: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Vector database (LanceDB): filters on module, presentation, region, education, age band, credits (range), previous attempts and outcome run before an exact nearest-neighbour search.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One document per enrolment; 6 precedent stories go to the agents, the outcome mix uses the 50 nearest with a 95% CI (top-K study in the model card).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p_withdraw 0.10, p_poor 0.75, academic_gap 0.05, engagement_gap 0.05, missed_work 0.05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A LangGraph state graph: Performance → Risk → Router → Intervention ⇄ Critic, or a deterministic plan.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Choosing the models: measured, not assumed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0" y="137160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Cost per call: haiku $0.0003 (search) / $0.0008 (synthesis), sonnet $0.0053 (search) / $0.0095 (synthesis), opus $0.0109 (search) / $0.0208 (synthesis)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Production: claude-haiku-5-5 parses, claude-sonnet-5-5 writes, claude-opus-5-5 judges (never its own output).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3931920"/>
          <a:ext cx="5486400" cy="2560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402336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Encoding speed 9–77 docs/s on CPU; index 37–74 MB.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In use: all-MiniLM-L6-v2 (full table in the model card).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Evaluating the AI: five layers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8521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67512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1. Code checks on every output: cited IDs, numbers, protected, punitive, clinical and stigma terms.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2. LLM judge (separate model): 96% of plans pass; AI plan preferred in 89% of order-swapped comparisons.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3. DeepEval: faithfulness, relevancy and three rubric metrics.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4. RAGAS: copilot hallucination rate 16.7%; precedent_synthesis hallucination rate 3.6%.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5. Human review: advisors rate plans blind in the console; agreement with the judge (Cohen's kappa) is reported.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Sensitive attributes are excluded from the model and from agent prompts; each gap is tested against shuffled group labels, overall and within module.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gender: beyond chance overall, but explained by which modules the groups study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region: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highest_education: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imd_band: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age_band: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disability: beyond chance, also within modules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Per-group cut-offs are shown for equity review, never applied.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