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0.8353588516746411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0.7752571770334928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0.866087173772427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0.7235239288679426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0.9785202863961814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0.8543283582089553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0.14045057844530134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(+ optional dense).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527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Offline build: features → calibrated models → prioritiser → historical-case index → evaluation and quality gate.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Online: API (auth, rate limit, strict validation) → service (real snapshots, what-if with imputation flags) → agent workflow.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LLM is optional and narrates only; facts, scores, priorities and eligible actions are computed in code.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Metadata filters: module, presentation, region, education, age band, credits (range), previous attempts, outcome.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answer reports the outcome mix of the 50 nearest precedents with a 95% CI.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0.10, p_poor 0.75, academic_gap 0.05, engagement_gap 0.05, missed_work 0.05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Performance → Risk → Router → Intervention ⇄ Critic, or Monitoring for low-risk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excluded from the model and from agent prompts, yet gaps persist through proxies and base-rate differences.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quality gate warns above 0.15; deployment needs equity review.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One institution, 2013–14 data: revalidate before use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