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0.7825432370815432</c:v>
                </c:pt>
                <c:pt idx="1">
                  <c:v>0.7304031575424712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0.2551683402244536</c:v>
                </c:pt>
                <c:pt idx="1">
                  <c:v>0.11797752808988764</c:v>
                </c:pt>
                <c:pt idx="2">
                  <c:v>0.04562043795620438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0.6930342957193047</c:v>
                </c:pt>
                <c:pt idx="1">
                  <c:v>0.7025102917872399</c:v>
                </c:pt>
                <c:pt idx="2">
                  <c:v>0.7304031575424712</c:v>
                </c:pt>
                <c:pt idx="3">
                  <c:v>0.7582281081505631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0.34658527977038667</c:v>
                </c:pt>
                <c:pt idx="1">
                  <c:v>0.28141943452162194</c:v>
                </c:pt>
                <c:pt idx="2">
                  <c:v>0.2655579599478286</c:v>
                </c:pt>
                <c:pt idx="3">
                  <c:v>0.1729306503799273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0.8018848222210619</c:v>
                </c:pt>
                <c:pt idx="1">
                  <c:v>0.7850467289719627</c:v>
                </c:pt>
                <c:pt idx="2">
                  <c:v>0.8319236325031761</c:v>
                </c:pt>
                <c:pt idx="3">
                  <c:v>0.5054038531822691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0.8795900017902634</c:v>
                </c:pt>
                <c:pt idx="1">
                  <c:v>0.8742628145864164</c:v>
                </c:pt>
                <c:pt idx="2">
                  <c:v>0.7554797518173918</c:v>
                </c:pt>
                <c:pt idx="3">
                  <c:v>0.5460183737202833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0.9856801909307876</c:v>
                </c:pt>
                <c:pt idx="1">
                  <c:v>0.8400954653937948</c:v>
                </c:pt>
                <c:pt idx="2">
                  <c:v>0.7816229116945107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0.8573134328358208</c:v>
                </c:pt>
                <c:pt idx="1">
                  <c:v>0.7564179104477612</c:v>
                </c:pt>
                <c:pt idx="2">
                  <c:v>0.6961194029850746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0.09279091997438588</c:v>
                </c:pt>
                <c:pt idx="1">
                  <c:v>0.26136363636363635</c:v>
                </c:pt>
                <c:pt idx="2">
                  <c:v>0.028867518400222225</c:v>
                </c:pt>
                <c:pt idx="3">
                  <c:v>0.16175325397708307</c:v>
                </c:pt>
                <c:pt idx="4">
                  <c:v>0.06536721717236377</c:v>
                </c:pt>
                <c:pt idx="5">
                  <c:v>0.21111111111111108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(+ optional dense).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527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Offline build: features → calibrated models → prioritiser → historical-case index → evaluation and quality gate.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Online: API (auth, rate limit, strict validation) → service (real snapshots, what-if with imputation flags) → agent workflow.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LLM is optional and narrates only; facts, scores, priorities and eligible actions are computed in code.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0.713–0.745);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6: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Metadata filters: module, presentation, region, education, age band, credits (range), previous attempts, outcome.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answer reports the outcome mix of the 50 nearest precedents with a 95% CI.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p_poor 1.0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Performance → Risk → Router → Intervention ⇄ Critic, or Monitoring for low-risk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run with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excluded from the model and from agent prompts, yet gaps persist through proxies and base-rate differences.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quality gate warns above 0.15; deployment needs equity review.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One institution, 2013–14 data: revalidate before use elsewhere.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