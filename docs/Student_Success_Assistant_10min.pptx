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0.8353588516746411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0.7752571770334928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0.866087173772427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0.7235239288679426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0.9797136038186157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0.8507462686567164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0.14045057844530134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0.1, p_poor 0.9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run with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